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63" r:id="rId3"/>
    <p:sldId id="257" r:id="rId4"/>
    <p:sldId id="258" r:id="rId5"/>
    <p:sldId id="267" r:id="rId6"/>
    <p:sldId id="260" r:id="rId7"/>
    <p:sldId id="261" r:id="rId8"/>
    <p:sldId id="268" r:id="rId9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9" autoAdjust="0"/>
    <p:restoredTop sz="93943" autoAdjust="0"/>
  </p:normalViewPr>
  <p:slideViewPr>
    <p:cSldViewPr snapToGrid="0">
      <p:cViewPr varScale="1">
        <p:scale>
          <a:sx n="78" d="100"/>
          <a:sy n="78" d="100"/>
        </p:scale>
        <p:origin x="11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5A022-C608-43B5-8ED1-F4BB74FBD82A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CB400-D1A9-4D1C-840B-F4E61C1A2E0F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1302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1CB400-D1A9-4D1C-840B-F4E61C1A2E0F}" type="slidenum">
              <a:rPr lang="es-DO" smtClean="0"/>
              <a:t>4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787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C8432-7B98-33A8-A27B-A94F342DE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87648B-5165-B645-A484-6201ACD30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AA7334-A852-69D6-9935-869A572D4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E26C-3C0C-4A47-81E8-BA5A8969C930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8E1E5F-B441-597D-8529-A4871570C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7A074C-5429-C063-8F20-38D9FCE2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7BD7-D0F3-4ECB-99B5-D8723F897F7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59506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9DE1A-C96A-3593-60FB-CDF7778AD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D2DB61-19ED-9ED4-9261-8E59A421D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D4B510-F7A6-EFEE-0B91-330523EB6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E26C-3C0C-4A47-81E8-BA5A8969C930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3245AA-C766-EC17-4519-F6AA25166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2CC0D7-9D9F-81BD-F483-2AC8EC85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7BD7-D0F3-4ECB-99B5-D8723F897F7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510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9DEFB-8A20-1740-332F-55343D003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AEFCFC-E69B-D013-EF71-5FDDBB759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843292-F246-B83E-60BE-1E2223A2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E26C-3C0C-4A47-81E8-BA5A8969C930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B12C63-2642-1CB5-E3FC-A7155858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0D1646-C84E-B830-7748-1C12BEFF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7BD7-D0F3-4ECB-99B5-D8723F897F7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640789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3450A-F8F2-A671-7FF3-379876284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D7DF5E-B4C0-4A73-9080-3F3B044E2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373735-FC1F-E939-EBA7-E893A36FF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991D42-F489-9098-F16C-9BF59176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E26C-3C0C-4A47-81E8-BA5A8969C930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B0F451-5A98-C08D-A3C7-D3BA56B0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E3FBA5-80C8-36E8-E7DB-8D5F2880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7BD7-D0F3-4ECB-99B5-D8723F897F7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61176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71DD9-025B-0F29-CC47-6BC10649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DB436E-81C8-B37A-07DE-A78379198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FFE4D8-B09E-141B-27DD-E22E7004F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2210C33-8ACC-D051-0733-F7711BD36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137158D-598F-CA22-5826-C98B12B0B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BFD569-721C-2AB6-1316-8FC68361F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E26C-3C0C-4A47-81E8-BA5A8969C930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885547-82B5-5FA7-7578-4AC49F3D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089479D-F85E-EE50-38B0-EAC74103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7BD7-D0F3-4ECB-99B5-D8723F897F7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136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CACE2-3231-BDF0-4D42-90E96521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6C1438-29A2-56F0-6AAC-54562E17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E26C-3C0C-4A47-81E8-BA5A8969C930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D984C2-0859-0DB9-4EF5-B9ED395E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A9666-EDFE-5FEC-F57C-7479AE65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7BD7-D0F3-4ECB-99B5-D8723F897F7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12222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D23B8C8-B060-C87B-9316-480B1128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E26C-3C0C-4A47-81E8-BA5A8969C930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A34535-8B31-811C-EBA0-B4CD5063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55F043-BBD5-9BDE-A824-BD1911B8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7BD7-D0F3-4ECB-99B5-D8723F897F7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1824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20D9D-B0D5-8519-0EC0-4FA60369A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9D22D3-60B9-0CC7-A830-14B8BE693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AEE9C2-F085-8963-B76E-18E2E2720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F4F9D6-0243-E3FF-6C52-53C816510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E26C-3C0C-4A47-81E8-BA5A8969C930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CB3C2F-F7DD-5306-17B0-809D7364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6B7741-A6CA-24A9-B602-94496716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7BD7-D0F3-4ECB-99B5-D8723F897F7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996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4A002-0429-A77D-9BE9-E03C89183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D004367-67A5-11A5-2B7B-A8EDC285E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5F979B-D503-16AC-763A-916179ED8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2773B9-7CAF-8035-CD61-3B4A123AD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E26C-3C0C-4A47-81E8-BA5A8969C930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EA949A-C9ED-C7B3-02A2-BCF212E32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E76825-3354-705F-2613-721A04EE4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7BD7-D0F3-4ECB-99B5-D8723F897F7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11618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7C272-5BDD-A5BB-913B-75F42B01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FCF281-114B-B951-0A71-D3CB6D172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6D836D-6899-AF4A-7197-F7DC30A92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E26C-3C0C-4A47-81E8-BA5A8969C930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1EA4BE-ACF2-B312-B0C9-648840E53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820856-C364-AA7F-7E76-62C85CA8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7BD7-D0F3-4ECB-99B5-D8723F897F7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67820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32F16A-7A00-799E-B6F9-0F9BE4ABF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9B26BA9-2422-1FEC-7E5F-C00946696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F8537C-2141-9440-2818-A29B1EAC0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E26C-3C0C-4A47-81E8-BA5A8969C930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6B367B-6F0A-F902-AC92-206471E9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103DDE-6BA0-9E97-59D6-295D1585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87BD7-D0F3-4ECB-99B5-D8723F897F7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25903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3BAB2EA-A1D0-260C-F6E1-226C2CAB3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45730D-03B4-9B08-A985-5502DE22F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0FE977-A872-81E9-7B9D-105DA5B3FD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5E26C-3C0C-4A47-81E8-BA5A8969C930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3A95F-BEBF-EAC7-B4EF-954849BC4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D4FA92-777B-0292-0DBC-7E2286860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87BD7-D0F3-4ECB-99B5-D8723F897F7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16630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10640" y="2695700"/>
            <a:ext cx="11067802" cy="3420092"/>
          </a:xfrm>
        </p:spPr>
        <p:txBody>
          <a:bodyPr>
            <a:normAutofit/>
          </a:bodyPr>
          <a:lstStyle/>
          <a:p>
            <a:pPr algn="l"/>
            <a:r>
              <a:rPr lang="es-ES" sz="3200" b="1" dirty="0">
                <a:ea typeface="Verdana" panose="020B0604030504040204" pitchFamily="34" charset="0"/>
              </a:rPr>
              <a:t>Matricula: </a:t>
            </a:r>
            <a:r>
              <a:rPr lang="es-ES" sz="3200" dirty="0">
                <a:ea typeface="Verdana" panose="020B0604030504040204" pitchFamily="34" charset="0"/>
              </a:rPr>
              <a:t>402-2992889-6</a:t>
            </a:r>
          </a:p>
          <a:p>
            <a:pPr algn="l"/>
            <a:r>
              <a:rPr lang="es-ES" sz="3200" b="1" dirty="0">
                <a:ea typeface="Verdana" panose="020B0604030504040204" pitchFamily="34" charset="0"/>
              </a:rPr>
              <a:t>Participante: </a:t>
            </a:r>
            <a:r>
              <a:rPr lang="es-ES" sz="3200" dirty="0">
                <a:ea typeface="Verdana" panose="020B0604030504040204" pitchFamily="34" charset="0"/>
              </a:rPr>
              <a:t>Javier Jiménez</a:t>
            </a:r>
          </a:p>
          <a:p>
            <a:pPr algn="l"/>
            <a:r>
              <a:rPr lang="es-ES" sz="3200" b="1" dirty="0">
                <a:ea typeface="Verdana" panose="020B0604030504040204" pitchFamily="34" charset="0"/>
              </a:rPr>
              <a:t>Facilitador: </a:t>
            </a:r>
            <a:r>
              <a:rPr lang="es-ES" sz="3200" dirty="0">
                <a:ea typeface="Verdana" panose="020B0604030504040204" pitchFamily="34" charset="0"/>
              </a:rPr>
              <a:t>Kevin Feliz Henríquez</a:t>
            </a:r>
          </a:p>
          <a:p>
            <a:pPr algn="l"/>
            <a:r>
              <a:rPr lang="es-ES" sz="3200" b="1" dirty="0">
                <a:ea typeface="Verdana" panose="020B0604030504040204" pitchFamily="34" charset="0"/>
              </a:rPr>
              <a:t>Nombre del Técnico: </a:t>
            </a:r>
            <a:r>
              <a:rPr lang="es-DO" sz="3200" dirty="0">
                <a:ea typeface="Verdana" panose="020B0604030504040204" pitchFamily="34" charset="0"/>
              </a:rPr>
              <a:t>Ciberseguridad</a:t>
            </a:r>
            <a:endParaRPr lang="es-ES" sz="3200" b="1" dirty="0">
              <a:ea typeface="Verdana" panose="020B060403050404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00" y="829143"/>
            <a:ext cx="2234454" cy="156411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519" y="742208"/>
            <a:ext cx="2161665" cy="147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81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02F90-71C8-23FE-DA5C-5F5B8F4D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ea typeface="Verdana" panose="020B0604030504040204" pitchFamily="34" charset="0"/>
              </a:rPr>
              <a:t>Asignaturas</a:t>
            </a:r>
            <a:r>
              <a:rPr lang="es-ES" dirty="0"/>
              <a:t> 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D6029C-7E6F-29A8-F6B4-5E47D91F5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1. Tomar captura de pantalla de la maquina victima.</a:t>
            </a:r>
          </a:p>
          <a:p>
            <a:r>
              <a:rPr lang="es-ES" dirty="0"/>
              <a:t>2. Crear un archivo .</a:t>
            </a:r>
            <a:r>
              <a:rPr lang="es-ES" dirty="0" err="1"/>
              <a:t>txt</a:t>
            </a:r>
            <a:r>
              <a:rPr lang="es-ES" dirty="0"/>
              <a:t> con tu nombre y redactar un mensaje.</a:t>
            </a:r>
          </a:p>
          <a:p>
            <a:r>
              <a:rPr lang="es-ES" dirty="0"/>
              <a:t>3. Subir el archivo en el escritorio del usuario Lola.</a:t>
            </a:r>
          </a:p>
          <a:p>
            <a:r>
              <a:rPr lang="es-ES" dirty="0"/>
              <a:t>4. Ver el contenido de la carpeta escritorio en el usuario Lola.</a:t>
            </a:r>
          </a:p>
          <a:p>
            <a:r>
              <a:rPr lang="es-ES" dirty="0"/>
              <a:t>5. Leer un archivo subido por un compañero.</a:t>
            </a:r>
          </a:p>
          <a:p>
            <a:r>
              <a:rPr lang="es-ES" dirty="0"/>
              <a:t>6. Descargar un archivo subido por un compañero.</a:t>
            </a: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79335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0EB39-2A7B-CD47-6074-D2B28A8F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1. Tomar captura de pantalla de la maquina victima.</a:t>
            </a:r>
            <a:endParaRPr lang="es-D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9C1C1C1-799F-58D6-FAB5-27CFE466F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4307" y="1840791"/>
            <a:ext cx="7916380" cy="62873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2D85F7D-B559-E5AB-A96A-4F6D558BA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314" y="2619632"/>
            <a:ext cx="5038366" cy="387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82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635C59B-B1EB-FA4C-2DC3-4CD2303F3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2. Crear un archivo .</a:t>
            </a:r>
            <a:r>
              <a:rPr lang="es-ES" b="1" dirty="0" err="1"/>
              <a:t>txt</a:t>
            </a:r>
            <a:r>
              <a:rPr lang="es-ES" b="1" dirty="0"/>
              <a:t> con tu nombre y redactar un mensaje.</a:t>
            </a:r>
            <a:endParaRPr lang="es-DO" b="1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30AC97F6-C1DE-42BB-F472-C5E0394DDB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009617"/>
            <a:ext cx="5181600" cy="3983354"/>
          </a:xfrm>
        </p:spPr>
      </p:pic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DD8476B5-3958-7859-1DB8-83F6E45646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009617"/>
            <a:ext cx="5181600" cy="3983354"/>
          </a:xfrm>
        </p:spPr>
      </p:pic>
    </p:spTree>
    <p:extLst>
      <p:ext uri="{BB962C8B-B14F-4D97-AF65-F5344CB8AC3E}">
        <p14:creationId xmlns:p14="http://schemas.microsoft.com/office/powerpoint/2010/main" val="7861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7819B-91CB-1395-26EB-36A2381CA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3. Subir el archivo en el escritorio del usuario Lola.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5954692-FA17-DAAE-FADB-F303469C8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0794" y="1825625"/>
            <a:ext cx="8390411" cy="4351338"/>
          </a:xfrm>
        </p:spPr>
      </p:pic>
    </p:spTree>
    <p:extLst>
      <p:ext uri="{BB962C8B-B14F-4D97-AF65-F5344CB8AC3E}">
        <p14:creationId xmlns:p14="http://schemas.microsoft.com/office/powerpoint/2010/main" val="148050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62043-60A2-ABAA-8D73-DC02DFE9D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4. Ver el contenido de la carpeta escritorio en el usuario Lola.</a:t>
            </a:r>
            <a:endParaRPr lang="es-D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BE68FE0-1182-41DA-C867-D11CA5E28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3389" y="1825625"/>
            <a:ext cx="9005222" cy="4351338"/>
          </a:xfrm>
        </p:spPr>
      </p:pic>
    </p:spTree>
    <p:extLst>
      <p:ext uri="{BB962C8B-B14F-4D97-AF65-F5344CB8AC3E}">
        <p14:creationId xmlns:p14="http://schemas.microsoft.com/office/powerpoint/2010/main" val="2626396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6047B-493C-551F-D0B7-10ED4719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5. Leer un archivo subido por un compañero.</a:t>
            </a:r>
            <a:endParaRPr lang="es-D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6AA55DD-D51C-7408-77D5-9787914B2A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203" y="1825625"/>
            <a:ext cx="9011594" cy="4351338"/>
          </a:xfrm>
        </p:spPr>
      </p:pic>
    </p:spTree>
    <p:extLst>
      <p:ext uri="{BB962C8B-B14F-4D97-AF65-F5344CB8AC3E}">
        <p14:creationId xmlns:p14="http://schemas.microsoft.com/office/powerpoint/2010/main" val="774914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41B1B-A4A4-D2AF-67E8-7810457E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6. Descargar un archivo subido por un compañero.</a:t>
            </a:r>
            <a:endParaRPr lang="es-DO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02A9BE0-E3B3-2A17-7EDC-7A9FA6B1A21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05200" y="1890293"/>
            <a:ext cx="5181600" cy="690600"/>
          </a:xfrm>
        </p:spPr>
      </p:pic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328907E8-8E1E-98EC-7BE0-5410196D92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" y="2780497"/>
            <a:ext cx="4797258" cy="3687891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AB484F9-6949-A3AD-FFA8-8FEA1271C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543" y="2780498"/>
            <a:ext cx="4797257" cy="36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8088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163</Words>
  <Application>Microsoft Office PowerPoint</Application>
  <PresentationFormat>Panorámica</PresentationFormat>
  <Paragraphs>18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Verdana</vt:lpstr>
      <vt:lpstr>Tema de Office</vt:lpstr>
      <vt:lpstr>Presentación de PowerPoint</vt:lpstr>
      <vt:lpstr>Asignaturas </vt:lpstr>
      <vt:lpstr>1. Tomar captura de pantalla de la maquina victima.</vt:lpstr>
      <vt:lpstr>2. Crear un archivo .txt con tu nombre y redactar un mensaje.</vt:lpstr>
      <vt:lpstr>3. Subir el archivo en el escritorio del usuario Lola.</vt:lpstr>
      <vt:lpstr>4. Ver el contenido de la carpeta escritorio en el usuario Lola.</vt:lpstr>
      <vt:lpstr>5. Leer un archivo subido por un compañero.</vt:lpstr>
      <vt:lpstr>6. Descargar un archivo subido por un compañero.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ESTUDIANTE</dc:creator>
  <cp:lastModifiedBy>ESTUDIANTE</cp:lastModifiedBy>
  <cp:revision>3</cp:revision>
  <dcterms:created xsi:type="dcterms:W3CDTF">2026-01-24T19:26:35Z</dcterms:created>
  <dcterms:modified xsi:type="dcterms:W3CDTF">2026-01-24T20:16:25Z</dcterms:modified>
</cp:coreProperties>
</file>